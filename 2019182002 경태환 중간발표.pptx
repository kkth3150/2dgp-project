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DC9C1-AE98-75F7-D358-BA28BDAD8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494F48-71E1-E815-D30E-2250F0D72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BB468C-0296-6CF5-5CD2-7070466B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E6709E-60A5-7725-C91D-8C2E4499D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B7FDBB-5ACC-FB16-8FF5-118005EC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42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4F310-A099-47E2-0AC2-FC349F42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B9F51-AB4E-350A-6813-963599429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37321-5875-3C70-3097-5D2C207B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11F898-1E65-46F7-15EF-A982D800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903CE-A405-215E-098F-99DF27BD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240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5AFBE-B7E6-4A60-BBC8-C2530A29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A93996-1D1F-BE2B-7525-6DC7EA4A3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FF9A23-ECC1-7E96-0C80-0C7E259A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7AD828-FA23-181B-9735-D808F965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115FEF-6335-D1CB-0279-0F085AB0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95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09877-055D-5E84-2AC8-64CE7DDB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ED718-1986-CD73-8F8A-1C3E77E20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6955FE-633B-CFA2-9CB4-A8E56B28E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33BC2B-A405-9C99-67EC-EBFAFAAD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F664EA-1F86-D326-601C-C733BA3F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D81F97-FC98-016C-FADD-FBF55A48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33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EBCB3-BE2E-2308-6EB8-AF9CE2D5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7475E9-693D-2886-35B8-43B1359DF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E404EE-0659-D564-2551-A524BA30D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6E17FA-CB8C-D20D-3582-9B27476B1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36B440-ADE1-3987-8C13-C86F232DE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0CA89C-BE37-2010-5F9F-E01D7218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DA3BEE-C363-E103-9934-B79C8AA36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88517A-DF4E-E11D-A450-43DC0E03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17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EE373-9122-17A5-5F37-93A0A679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302F36A-5721-7558-4E3D-0D48527B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364435-22B8-9EA1-DBA8-F07CAB86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1859D-E646-311D-2CB9-A124364E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30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430E79-2740-3F10-220C-7CC23736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9FD842-F9F1-17B7-6070-3D701E1D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2287AE-7941-8935-B4B0-779E7207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810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65F78-96FC-8C03-099C-558DFBAA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2C79CB-B233-BD4A-59B3-DE20C4961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1C970C-9C5E-4BEA-080D-B47FF1479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893540-CF6E-22C5-E9C5-513845E80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E9506A-D917-23B1-8B9F-F66D16F4E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DD8B8-7613-B574-C747-BD41DFCD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83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67312-117E-64B7-347A-670DBDB2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EB72C2-02E2-247D-6F05-42411D0E7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F776BC-C4DE-EA84-ED1B-5C686A984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3F4093-3DA6-09B5-2957-4B26D9E7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8F3EC-986E-4E9C-F066-AA4FA3AC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870357-B986-57C1-4E08-8403617C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832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72878-BA13-78E8-2DBC-68474662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2BE093-AB7E-EF08-A00D-6D5B45BB5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E598AC-43FD-4665-5F55-C1686BE7A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0CEAE9-DFF8-DC31-D2FC-B349D034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0DEEEE-7163-F457-4B5C-BCF5BD7D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37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F4288C-6CDA-FE07-4982-C2271D001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D7DFA8-4E99-DF28-C8D2-88C263F97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F6B3A9-B41B-39EC-1CF1-1EAB3D918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58D59-2D12-941D-5E14-1A15AF2C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6D178-79C3-51CC-9BF6-4A15CD4D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42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AF7C91-EB61-3204-EBDA-30AF3F94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2B7108-C696-903E-D497-7AF53767A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7B229-C03F-ADA5-24BC-C758DF8ED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97AF4-2A1A-4936-8401-FEBA1096BC3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0B3532-35B6-3CA1-8CD7-12356D261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9DF963-3D28-54C9-E40A-44BD449F9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3AA7C-72C7-40AF-B4BF-294AD3E81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53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035DB-90AF-F02A-EF03-3638D340F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7162"/>
            <a:ext cx="9144000" cy="2387600"/>
          </a:xfrm>
        </p:spPr>
        <p:txBody>
          <a:bodyPr/>
          <a:lstStyle/>
          <a:p>
            <a:r>
              <a:rPr lang="en-US" altLang="ko-KR" dirty="0"/>
              <a:t>2DGP </a:t>
            </a:r>
            <a:r>
              <a:rPr lang="ko-KR" altLang="en-US" dirty="0"/>
              <a:t>중간발표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04C3E3-C61A-74B7-CB4A-419B11621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893" y="4279640"/>
            <a:ext cx="4851459" cy="370397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2019182002 </a:t>
            </a:r>
            <a:r>
              <a:rPr lang="ko-KR" altLang="en-US" dirty="0"/>
              <a:t>경태환</a:t>
            </a:r>
          </a:p>
        </p:txBody>
      </p:sp>
    </p:spTree>
    <p:extLst>
      <p:ext uri="{BB962C8B-B14F-4D97-AF65-F5344CB8AC3E}">
        <p14:creationId xmlns:p14="http://schemas.microsoft.com/office/powerpoint/2010/main" val="129579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3660D7A-74FB-99AB-5DEA-84C14C1AA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177" y="0"/>
            <a:ext cx="3746724" cy="32862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0CF3337-C3DB-EAB7-91D8-61B73AD2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메이플 스토리 모작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254476-6F26-F806-4FC9-17F9127D4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진행 사항</a:t>
            </a:r>
            <a:endParaRPr lang="en-US" altLang="ko-KR" dirty="0"/>
          </a:p>
          <a:p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플레이어의 기본 이동</a:t>
            </a:r>
            <a:r>
              <a:rPr lang="en-US" altLang="ko-KR" dirty="0"/>
              <a:t>, </a:t>
            </a:r>
            <a:r>
              <a:rPr lang="ko-KR" altLang="en-US" dirty="0"/>
              <a:t>공격</a:t>
            </a:r>
            <a:r>
              <a:rPr lang="en-US" altLang="ko-KR" dirty="0"/>
              <a:t>, </a:t>
            </a:r>
            <a:r>
              <a:rPr lang="ko-KR" altLang="en-US" dirty="0"/>
              <a:t>점프 애니메이션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라인 타기 및 화면 스크롤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간단한 </a:t>
            </a:r>
            <a:r>
              <a:rPr lang="en-US" altLang="ko-KR" dirty="0"/>
              <a:t>UI </a:t>
            </a:r>
            <a:r>
              <a:rPr lang="ko-KR" altLang="en-US" dirty="0"/>
              <a:t>제작 및 연동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리소스 정리 끝</a:t>
            </a:r>
          </a:p>
        </p:txBody>
      </p:sp>
    </p:spTree>
    <p:extLst>
      <p:ext uri="{BB962C8B-B14F-4D97-AF65-F5344CB8AC3E}">
        <p14:creationId xmlns:p14="http://schemas.microsoft.com/office/powerpoint/2010/main" val="153409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78F92-0184-59B4-99BB-A3CAEF87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플레이어의 기본 애니메이션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8B181B-9844-46A9-514E-7B32022CD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45" y="3181434"/>
            <a:ext cx="2153392" cy="18258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A27CAE-C2EE-B40E-5A91-661A50A1361E}"/>
              </a:ext>
            </a:extLst>
          </p:cNvPr>
          <p:cNvSpPr txBox="1"/>
          <p:nvPr/>
        </p:nvSpPr>
        <p:spPr>
          <a:xfrm>
            <a:off x="969545" y="274263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IDLE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E9057D-91EC-62C9-0D76-40330C0C1646}"/>
              </a:ext>
            </a:extLst>
          </p:cNvPr>
          <p:cNvSpPr txBox="1"/>
          <p:nvPr/>
        </p:nvSpPr>
        <p:spPr>
          <a:xfrm>
            <a:off x="5954718" y="272214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1A423CE-3006-93FE-25F6-234D4C57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718" y="3137724"/>
            <a:ext cx="2628053" cy="19132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D519D9F-510B-6601-0174-674CBE104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283" y="3181434"/>
            <a:ext cx="2153391" cy="18457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76ADCB3-8682-7BA4-532E-442BD309FB23}"/>
              </a:ext>
            </a:extLst>
          </p:cNvPr>
          <p:cNvSpPr txBox="1"/>
          <p:nvPr/>
        </p:nvSpPr>
        <p:spPr>
          <a:xfrm>
            <a:off x="3414283" y="27426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이동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F7A0E3D-8BB7-7FF4-4DD0-6CD8B4052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0292" y="3159578"/>
            <a:ext cx="2293508" cy="18695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410297-09B0-11A0-6030-3516AF36C602}"/>
              </a:ext>
            </a:extLst>
          </p:cNvPr>
          <p:cNvSpPr txBox="1"/>
          <p:nvPr/>
        </p:nvSpPr>
        <p:spPr>
          <a:xfrm>
            <a:off x="9060292" y="27240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</a:t>
            </a:r>
          </a:p>
        </p:txBody>
      </p:sp>
    </p:spTree>
    <p:extLst>
      <p:ext uri="{BB962C8B-B14F-4D97-AF65-F5344CB8AC3E}">
        <p14:creationId xmlns:p14="http://schemas.microsoft.com/office/powerpoint/2010/main" val="25955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48786-4B58-13BA-E468-8DC9D09A1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라인 타기 및 화면 스크롤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BDCA6C-7BC1-CCD1-7E30-698E634C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81" y="3174164"/>
            <a:ext cx="2794149" cy="22648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A3643A-1FA7-5A81-63F2-95E9188A9642}"/>
              </a:ext>
            </a:extLst>
          </p:cNvPr>
          <p:cNvSpPr txBox="1"/>
          <p:nvPr/>
        </p:nvSpPr>
        <p:spPr>
          <a:xfrm>
            <a:off x="565994" y="2766503"/>
            <a:ext cx="325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라인 타기</a:t>
            </a:r>
            <a:r>
              <a:rPr lang="en-US" altLang="ko-KR" dirty="0"/>
              <a:t>(</a:t>
            </a:r>
            <a:r>
              <a:rPr lang="ko-KR" altLang="en-US" dirty="0"/>
              <a:t>디버깅용 빨간 라인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1C7AE68-4E74-6E7F-DBDF-CB54C3D31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275" y="3174164"/>
            <a:ext cx="2934667" cy="22166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E17A02C-06AC-8BA2-F0F8-3BE1D562B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328" y="3174164"/>
            <a:ext cx="2982944" cy="22166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7A17B95-86B7-D582-AC41-AEEE782FCC8A}"/>
              </a:ext>
            </a:extLst>
          </p:cNvPr>
          <p:cNvSpPr txBox="1"/>
          <p:nvPr/>
        </p:nvSpPr>
        <p:spPr>
          <a:xfrm>
            <a:off x="6536386" y="2548374"/>
            <a:ext cx="250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이동 시 스크롤 적용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5EC3C4B9-890D-EECC-1E54-A3804B39F583}"/>
              </a:ext>
            </a:extLst>
          </p:cNvPr>
          <p:cNvSpPr/>
          <p:nvPr/>
        </p:nvSpPr>
        <p:spPr>
          <a:xfrm>
            <a:off x="7511627" y="4124960"/>
            <a:ext cx="738293" cy="50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607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FCCB-88CB-79AC-5F08-4F0D1AE53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AEAFD-9547-36FF-265E-A44B697C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간단한 </a:t>
            </a:r>
            <a:r>
              <a:rPr lang="en-US" altLang="ko-KR" dirty="0"/>
              <a:t>UI </a:t>
            </a:r>
            <a:r>
              <a:rPr lang="ko-KR" altLang="en-US" dirty="0"/>
              <a:t>제작 및 연동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377814-797C-CCEB-EDE6-361585E0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38" y="2418681"/>
            <a:ext cx="7459116" cy="866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8B4B8F-F55D-D0F1-8A55-01EFD9DA24C4}"/>
              </a:ext>
            </a:extLst>
          </p:cNvPr>
          <p:cNvSpPr txBox="1"/>
          <p:nvPr/>
        </p:nvSpPr>
        <p:spPr>
          <a:xfrm>
            <a:off x="1102238" y="1998894"/>
            <a:ext cx="239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체력 및 경험치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EC252C-511C-CE2E-5749-877ED9F2C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196" y="3950697"/>
            <a:ext cx="3520471" cy="2642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3367EE-1ADB-FD3A-E1EB-8658510B8903}"/>
              </a:ext>
            </a:extLst>
          </p:cNvPr>
          <p:cNvSpPr txBox="1"/>
          <p:nvPr/>
        </p:nvSpPr>
        <p:spPr>
          <a:xfrm>
            <a:off x="1052120" y="3483051"/>
            <a:ext cx="239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인벤토리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864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485F-C3E0-3004-F7CB-1FC6E053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2A2B751-0138-AF0C-8072-6E64462F8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177" y="0"/>
            <a:ext cx="3746724" cy="32862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90E4BFD-FBC3-8345-1966-BF4DA5F3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메이플 스토리 모작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48AB6F-9726-145A-5807-E61A08231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해야 할 것</a:t>
            </a:r>
            <a:endParaRPr lang="en-US" altLang="ko-KR" dirty="0"/>
          </a:p>
          <a:p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플레이어 스킬 및 전투시스템 구현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몬스터와 보스 몬스터 구현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UI</a:t>
            </a:r>
            <a:r>
              <a:rPr lang="ko-KR" altLang="en-US" dirty="0"/>
              <a:t> 연동 마무리 및 추가 맵</a:t>
            </a:r>
            <a:r>
              <a:rPr lang="en-US" altLang="ko-KR" dirty="0"/>
              <a:t>,</a:t>
            </a:r>
            <a:r>
              <a:rPr lang="ko-KR" altLang="en-US" dirty="0"/>
              <a:t> 오브젝트 완성</a:t>
            </a:r>
          </a:p>
        </p:txBody>
      </p:sp>
    </p:spTree>
    <p:extLst>
      <p:ext uri="{BB962C8B-B14F-4D97-AF65-F5344CB8AC3E}">
        <p14:creationId xmlns:p14="http://schemas.microsoft.com/office/powerpoint/2010/main" val="1713174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93</Words>
  <Application>Microsoft Office PowerPoint</Application>
  <PresentationFormat>와이드스크린</PresentationFormat>
  <Paragraphs>31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2DGP 중간발표</vt:lpstr>
      <vt:lpstr>메이플 스토리 모작</vt:lpstr>
      <vt:lpstr>1. 플레이어의 기본 애니메이션</vt:lpstr>
      <vt:lpstr>2. 라인 타기 및 화면 스크롤</vt:lpstr>
      <vt:lpstr>3. 간단한 UI 제작 및 연동</vt:lpstr>
      <vt:lpstr>메이플 스토리 모작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경태환(2019182002)</dc:creator>
  <cp:lastModifiedBy>경태환(2019182002)</cp:lastModifiedBy>
  <cp:revision>2</cp:revision>
  <dcterms:created xsi:type="dcterms:W3CDTF">2025-11-10T17:13:21Z</dcterms:created>
  <dcterms:modified xsi:type="dcterms:W3CDTF">2025-11-10T17:49:57Z</dcterms:modified>
</cp:coreProperties>
</file>